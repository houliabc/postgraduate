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1432" r:id="rId3"/>
    <p:sldId id="1449" r:id="rId5"/>
    <p:sldId id="1433" r:id="rId6"/>
    <p:sldId id="1446" r:id="rId7"/>
    <p:sldId id="1439" r:id="rId8"/>
    <p:sldId id="1434" r:id="rId9"/>
    <p:sldId id="1447" r:id="rId10"/>
    <p:sldId id="1435" r:id="rId11"/>
    <p:sldId id="1450" r:id="rId12"/>
    <p:sldId id="1448" r:id="rId13"/>
    <p:sldId id="1451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1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1D13"/>
    <a:srgbClr val="B052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1" autoAdjust="0"/>
    <p:restoredTop sz="94660"/>
  </p:normalViewPr>
  <p:slideViewPr>
    <p:cSldViewPr showGuides="1">
      <p:cViewPr varScale="1">
        <p:scale>
          <a:sx n="60" d="100"/>
          <a:sy n="60" d="100"/>
        </p:scale>
        <p:origin x="756" y="56"/>
      </p:cViewPr>
      <p:guideLst>
        <p:guide orient="horz" pos="1951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9880" cy="11988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34445-DEDD-42D3-9F6D-C633FA04E0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2F23-1E31-46C0-8E01-C83575F418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441592" y="812073"/>
            <a:ext cx="6058359" cy="2504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60401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endParaRPr lang="zh-CN" altLang="en-US" sz="10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660" y="127127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Three weeks have passed since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Cyclone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Senyar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ravaged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Sumatra in western Indonesia, bringing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enormous floods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507865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气旋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森亚尔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肆虐印度尼西亚西部的苏门答腊岛，引发了巨大的洪水，至今已过去三周。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1870710"/>
            <a:ext cx="301942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60401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endParaRPr lang="zh-CN" altLang="en-US" sz="10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660" y="1271270"/>
            <a:ext cx="609600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But only in mid-December, as the waters have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receded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 has the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scale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of the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destruction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become clear. More than 1,000 people have been killed, around 150,000 homes damaged and nearly 1m people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displaced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 scientists have described the storm as a once-in-70-year event.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507865"/>
            <a:ext cx="609600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但直到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月中旬，随着洪水退去，破坏的规模才变得清晰起来。超过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1000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人丧生，约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15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万所房屋受损，近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100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万人流离失所。科学家称这场风暴是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70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年一遇的事件。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1510665"/>
            <a:ext cx="3019425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6036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660" y="1271270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And yet it is not a national disaster—or at least not by the standards of the government in Jakarta, the capital. Officials have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declined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to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formally designate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it as one, even though doing so would hand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authorities emergency powers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and, importantly, make it much easier for them to accept foreign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aid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Politicians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including Prabowo Subianto, the president, have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insisted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that Indonesia does not need outside help.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387850"/>
            <a:ext cx="609600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然而，这并不是一场国家灾难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或者至少按照首都雅加达政府的标准来说不是。官员们拒绝正式将其指定为一场灾难，尽管这样做会赋予当局紧急权力，而且重要的是，会让他们更容易接受外国援助。包括总统普拉博沃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·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苏比安托在内的政客们坚称，印度尼西亚不需要外部帮助。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791210"/>
            <a:ext cx="3019425" cy="590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335" y="1390650"/>
            <a:ext cx="3028950" cy="523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59994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660" y="1271270"/>
            <a:ext cx="609600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“The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arrogance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of this government has cost lives,” says Farwiza Farhan, who heads HAkA, an NGO working in Aceh, a province in Sumatra. When the floods struck, the head of Indonesia’s disaster agency suggested the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devastation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was not as bad as it looked on social media (he later apologised).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relief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efforts have been slow and poorly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co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-ordinated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 says Ms Farhan.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387850"/>
            <a:ext cx="609600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在苏门答腊岛亚齐省工作的非政府组织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HAkA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负责人法尔维扎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·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法尔汉说：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本届政府的傲慢已经造成了人员伤亡。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洪水来袭时，印尼灾害管理机构负责人表示，灾情并不像社交媒体上看起来那么严重（他后来道了歉）。法尔汉女士说，救援工作进展缓慢，协调不力。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1870710"/>
            <a:ext cx="3019425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6036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660" y="1271270"/>
            <a:ext cx="609600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Officials think it will cost 52trn rupiah ($3.1bn) to rebuild damaged homes and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infrastructure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 For now, several communities remain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stranded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by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collapsed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roads and bridges, hundreds of people are still missing and diseases are spreading. Residents in Aceh have started hoisting white flags outside their homes as a symbol of their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desperation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and their anger at the central government’s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response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387850"/>
            <a:ext cx="609600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官员们认为，重建受损的房屋和基础设施将花费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52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万亿卢比（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31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亿美元）。目前，一些社区因道路和桥梁坍塌而陷入困境，数百人仍然失踪，疾病也在蔓延。亚齐的居民已经开始在自家门外升起白旗，以此表达他们的绝望以及对中央政府应对措施的愤怒。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1510665"/>
            <a:ext cx="3019425" cy="923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335" y="2434590"/>
            <a:ext cx="301942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60363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本课程来自公众号：熊猫外刊精读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660" y="127127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Mr Prabowo has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dismissed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some of the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criticism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as lies spread by foreign forces that, he says, have never liked Indonesia. He has apologised for delays in the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provision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of services and assistance to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affected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regions, but has also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warned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Indonesians that he does not have a “staff of Moses” that he can use to fix things straightaway.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025" y="438785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普拉博沃先生驳斥了一些批评，称其为外国势力散布的谎言，他说这些外国势力从未喜欢过印度尼西亚。他为向受影响地区提供服务和援助的延迟道歉，但也警告印度尼西亚人，他没有一根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摩西的权杖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可以立即解决问题。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4825" y="671830"/>
            <a:ext cx="2899410" cy="6165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59823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660" y="1271270"/>
            <a:ext cx="609600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environmentalists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say work to prevent the next such disaster needs to start immediately—and that none of it is magic. They say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deforestation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worsened the floods. Tree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canopies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collect water; tree roots stop soil sliding away. But since 2001 Sumatra has lost 4.4m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hectares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of forest, an area roughly the size of Denmark, mostly to palm-oil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plantations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and illegal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logging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025" y="438785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环保主义者表示，防止下一次此类灾难的工作需要立即启动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而且这其中没有任何神奇之处。他们说，森林砍伐加剧了洪水。树冠可以收集水分；树根可以防止土壤流失。但自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2001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年以来，苏门答腊岛已经失去了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440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万公顷的森林，面积大致相当于丹麦，这些森林大多变成了棕榈油种植园，或是因非法伐木而消失。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911225"/>
            <a:ext cx="3009900" cy="5419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6036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025" y="127127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Indonesia’s forests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minister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has admitted that poor forest management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aggravated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the floods. The environment ministry has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suspended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the operations of firms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alleged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to have cleared forest in areas where they took place.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387850"/>
            <a:ext cx="609600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印度尼西亚林业部长承认，糟糕的森林管理加剧了洪水。环境部已暂停了被指控在洪水发生地区砍伐森林的公司的运营。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1271270"/>
            <a:ext cx="3009900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6036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endParaRPr lang="en-US" altLang="zh-CN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025" y="127127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Yet environmentalists question the government’s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sincerity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 Mr Prabowo raised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eyebrows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among them when he said, in a speech given during the height of the flooding on December 5th, that Indonesia was lucky to be “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blessed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” with palm oil.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387850"/>
            <a:ext cx="609600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然而，环保人士质疑政府的诚意。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月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日洪水最严重时，普拉博沃先生在一次演讲中表示，印度尼西亚很幸运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有幸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拥有棕榈油，这让他们感到惊讶。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2218690"/>
            <a:ext cx="301942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5972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endParaRPr lang="zh-CN" altLang="en-US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025" y="127127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climate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change makes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extreme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weather more common, efforts to prevent and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withstand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disasters are growing more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urgent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everywhere. But the need in Indonesia is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especially pressing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387850"/>
            <a:ext cx="609600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随着气候变化使极端天气变得更加常见，各地预防和抵御灾害的努力变得愈发紧迫。但印度尼西亚的需求尤为迫切。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715" y="668655"/>
            <a:ext cx="2817495" cy="61201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91210"/>
            <a:ext cx="59721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 fontAlgn="base">
              <a:buClrTx/>
              <a:buSzTx/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Cyclone Senyar in Indonesia    </a:t>
            </a:r>
            <a:r>
              <a:rPr lang="zh-CN" altLang="en-US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印度尼西亚的塞尼亚尔气旋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本课程来自公众号：熊猫外刊精读</a:t>
            </a:r>
            <a:endParaRPr lang="zh-CN" altLang="en-US" b="1" i="1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025" y="127127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It ranks third globally in its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vulnerability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to natural disasters, according to an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annual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report from an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alliance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of German NGOs. The events in Sumatra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suggest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that it is badly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equipped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to handle the storms still to come.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60" y="4387850"/>
            <a:ext cx="609600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fontAlgn="base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根据德国非政府组织联盟的一份年度报告，该国在自然灾害脆弱性方面全球排名第三。苏门答腊的事件表明，它在应对即将到来的风暴方面严重缺乏应对能力。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791210"/>
            <a:ext cx="3019425" cy="57816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dhMTExNjQyMjY3Zjk1MjcwODI5M2EzYjJjMmVjOTcifQ=="/>
  <p:tag name="KSO_WPP_MARK_KEY" val="d79bab00-314e-4cb9-9f73-b0717367602d"/>
  <p:tag name="commondata" val="eyJoZGlkIjoiYTNhZjA5OTUxZTJjY2JmOTM1ZjYwNGY1MjRlZTQ5MW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4612</Words>
  <Application>WPS 演示</Application>
  <PresentationFormat>宽屏</PresentationFormat>
  <Paragraphs>66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liushengnan</dc:creator>
  <cp:lastModifiedBy>WPS_1713956526</cp:lastModifiedBy>
  <cp:revision>273</cp:revision>
  <dcterms:created xsi:type="dcterms:W3CDTF">2021-07-07T08:49:00Z</dcterms:created>
  <dcterms:modified xsi:type="dcterms:W3CDTF">2026-01-09T01:37:07Z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BA753F3DFEB14A7B84EBD1D711E935CB_13</vt:lpwstr>
  </property>
</Properties>
</file>